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8" r:id="rId7"/>
    <p:sldId id="269" r:id="rId8"/>
    <p:sldId id="267" r:id="rId9"/>
    <p:sldId id="261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3D0F0-8BCB-89C6-C765-529763932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F7605-702A-F6E3-C08C-17C7524AF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F9CAF-2495-5922-DB5B-525779905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3914-ECB1-4FD2-A29D-464C7FE253E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8CD84-A029-D68B-9619-04D322E9C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AF6B1-6DE6-9165-91DF-7CEB8316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9A32-30EF-4665-90FC-E204D122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5371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2193-E026-0301-4435-96305B0E8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8EF14-CEFD-D8F4-4B81-391EDA776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47AEA-D1E3-65E5-728C-74E072909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3914-ECB1-4FD2-A29D-464C7FE253E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AA686-1945-262B-840A-A23208259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93BF4-F489-85BE-7C60-FBE3F8A3C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9A32-30EF-4665-90FC-E204D122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506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6B294-317E-FA5E-052D-FF500F98F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284BB-7862-1137-1754-46B52B15E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FA4C6-4F3C-4441-F3C4-F34923B15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3914-ECB1-4FD2-A29D-464C7FE253E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B2EF8-C75C-380E-3E88-C008A78EB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3ABA7-F5A5-82E4-9EE7-93FB8EAE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9A32-30EF-4665-90FC-E204D122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5699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FB522-8E7F-4D2C-34FC-5469B324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25B05-C4DD-6D6A-E83B-1AD0F4EC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4E9589-8485-6849-6E25-C10ADEA3F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A6109-F230-0104-A80C-BCF82DF4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3914-ECB1-4FD2-A29D-464C7FE253E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4EBE4-EDDC-EE4E-F500-0C1161874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246E5-AB88-7111-939B-12C731C27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9A32-30EF-4665-90FC-E204D122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4714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99B31-A8DC-62F1-D302-DF454589D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DA277-A29A-49A6-7743-D344E5978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5E0948-D5B1-2F33-1CDF-56BFE442E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798BCF-68FF-D888-E11F-8D19228C3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1ECB25-19D9-C8E5-BD48-C8FEE75046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4811AF-330D-8E23-7A7E-EB76EC2DE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3914-ECB1-4FD2-A29D-464C7FE253E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BD7956-0407-0E40-0C17-42A9FA38D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720125-5970-C6A1-3FDE-3B9D97D8F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9A32-30EF-4665-90FC-E204D122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5710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9B980-5863-CCC8-9685-F9CADE1B8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8AAC40-FCD5-CF47-0297-7F5D54C42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3914-ECB1-4FD2-A29D-464C7FE253E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A0553F-F3B2-501B-967B-319587022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30C8A-95BA-A670-58A9-69E1174E7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9A32-30EF-4665-90FC-E204D122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28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CEF8-073C-81B0-BF06-EC9D0933B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3914-ECB1-4FD2-A29D-464C7FE253E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641F45-1363-1DCA-CEB4-8550ADDA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7B917-7453-9722-20F7-453AF4769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9A32-30EF-4665-90FC-E204D122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899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BB3CD-C98B-5903-2E29-CF58BB37A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2916A-630F-71EC-DD05-829D6188E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73C5D-327D-D419-97D2-CD88CFD97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EA498-1CB8-A850-AA79-75A3EED20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3914-ECB1-4FD2-A29D-464C7FE253E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D66CD-C526-151B-73D8-E085E7C6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BBEFF-26F2-627A-1FAC-4166EA0BB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9A32-30EF-4665-90FC-E204D122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9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7CFFA-F116-C75F-8930-43E07A1A9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BDFABC-819A-7F1B-F242-E8AC436CD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1E56FE-5888-72AC-8CF2-9A09E0DBB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55E3AA-1BFB-B50D-71E0-C34ADCC33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3914-ECB1-4FD2-A29D-464C7FE253E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5B74E-32E4-F364-C1AE-BD4E4AE5A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4B138-CE22-AEB7-E7C1-8ABCBC50A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9A32-30EF-4665-90FC-E204D122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044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B1C07-D2DD-5FF0-45F8-0690FF6A3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E3688-2E65-FF0B-AD38-AC0752E9FA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FAAF1-F9F0-13C2-CA29-F62681C9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3914-ECB1-4FD2-A29D-464C7FE253E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8E85B-BB3C-D482-2EDD-F6E012FFA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6357F-B014-467D-E489-A6B50BD5C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9A32-30EF-4665-90FC-E204D122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1202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6F0817-F7A7-3969-59A5-2F8D5718FC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1CDD7-47D5-BB72-981E-736A8F561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0AD62-5E1B-82D6-EC94-1EBF25481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3914-ECB1-4FD2-A29D-464C7FE253E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EEFA2-A556-E822-8788-B16251F3B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B5567-31F4-CA37-DFC6-EB09156B1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9A32-30EF-4665-90FC-E204D122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513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2A68A1-645B-5BE2-9C38-C52CB4A93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9F562-554B-C39F-2AB2-01E0D706B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92FCD-2CF4-345D-33C7-BAFD436AC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43914-ECB1-4FD2-A29D-464C7FE253E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15668-D4F8-8B0A-61E2-DD9295CB24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B6C93-8D13-BCA6-4C43-98279FF81E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189A32-30EF-4665-90FC-E204D122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021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2513A21-C5F8-ECA4-49E0-2E024C5DA1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  <a:ea typeface="Yu Gothic UI Semibold" panose="020B0700000000000000" pitchFamily="34" charset="-128"/>
              </a:rPr>
              <a:t>Level</a:t>
            </a:r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2 Final Project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62A09BF-55D7-402A-E3B3-36C8B86C29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Michael Everett</a:t>
            </a:r>
          </a:p>
        </p:txBody>
      </p:sp>
    </p:spTree>
    <p:extLst>
      <p:ext uri="{BB962C8B-B14F-4D97-AF65-F5344CB8AC3E}">
        <p14:creationId xmlns:p14="http://schemas.microsoft.com/office/powerpoint/2010/main" val="3003890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7F3E9D-80CA-31B3-1AC1-0708D5EE5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85D812-EA8C-7693-3A4A-9583B9586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Rate background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DF7CF7-A043-741E-E0DD-599BCFB6B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07510"/>
          </a:xfrm>
        </p:spPr>
        <p:txBody>
          <a:bodyPr/>
          <a:lstStyle/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People submit ballots via .txt file</a:t>
            </a:r>
          </a:p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.txt files are run through some code to determine the overall scores</a:t>
            </a:r>
          </a:p>
          <a:p>
            <a:endParaRPr lang="en-GB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8C3BEE29-3116-BB06-E55D-5D334965D4CE}"/>
              </a:ext>
            </a:extLst>
          </p:cNvPr>
          <p:cNvSpPr txBox="1">
            <a:spLocks/>
          </p:cNvSpPr>
          <p:nvPr/>
        </p:nvSpPr>
        <p:spPr>
          <a:xfrm>
            <a:off x="838200" y="306408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Issues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656B4170-A69C-CA5C-DFB6-1D5CACC257CE}"/>
              </a:ext>
            </a:extLst>
          </p:cNvPr>
          <p:cNvSpPr txBox="1">
            <a:spLocks/>
          </p:cNvSpPr>
          <p:nvPr/>
        </p:nvSpPr>
        <p:spPr>
          <a:xfrm>
            <a:off x="838200" y="4389643"/>
            <a:ext cx="10515600" cy="1507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Files can be over 100 lines long, filled out manually</a:t>
            </a:r>
          </a:p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Easy to make mistakes and the code is quite fragile</a:t>
            </a:r>
          </a:p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Create a way to automate the creation of the ballot .txt file?</a:t>
            </a:r>
          </a:p>
          <a:p>
            <a:endParaRPr lang="en-GB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535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8586BD-2FC4-4980-542A-AC5459667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9F0524-4688-FED5-CF55-D9C016689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9943" y="712838"/>
            <a:ext cx="3932237" cy="16002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2289A2-04FE-6670-2BE3-D19D7E6C0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19943" y="2313038"/>
            <a:ext cx="3932237" cy="3811588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How the .txt file should look</a:t>
            </a:r>
          </a:p>
          <a:p>
            <a:r>
              <a:rPr lang="en-GB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Key points: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Maximum of 1 decimal place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1-10 scoring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Artist – Song: X.X (the space after the : is important)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7FF9E1-5468-D249-625F-3545AA5FF659}"/>
              </a:ext>
            </a:extLst>
          </p:cNvPr>
          <p:cNvCxnSpPr/>
          <p:nvPr/>
        </p:nvCxnSpPr>
        <p:spPr>
          <a:xfrm flipH="1" flipV="1">
            <a:off x="4087327" y="2480186"/>
            <a:ext cx="1317522" cy="216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214D0FED-F5FA-8B27-B2BA-772ADEFB3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57" y="347232"/>
            <a:ext cx="3410426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980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00B99D-0A98-967B-212E-500E719C6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EB0A72-3C77-C3DD-72BC-2E4D99F09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34" y="160237"/>
            <a:ext cx="3244374" cy="38102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773652-E615-9ED3-8D27-4CB603866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241" y="160237"/>
            <a:ext cx="1543265" cy="3134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A6EBB0-0995-980A-DF0F-09486B659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479" y="160237"/>
            <a:ext cx="4201498" cy="36150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86D99C-F9BF-5B45-6E6A-59DD720212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6445" y="3716438"/>
            <a:ext cx="1895117" cy="308272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491BC6D-F03F-0045-EA40-7C205F422B3D}"/>
              </a:ext>
            </a:extLst>
          </p:cNvPr>
          <p:cNvCxnSpPr/>
          <p:nvPr/>
        </p:nvCxnSpPr>
        <p:spPr>
          <a:xfrm flipV="1">
            <a:off x="1929821" y="3195484"/>
            <a:ext cx="2480420" cy="5997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E85B136-E800-60EF-E153-6726103EE88B}"/>
              </a:ext>
            </a:extLst>
          </p:cNvPr>
          <p:cNvCxnSpPr/>
          <p:nvPr/>
        </p:nvCxnSpPr>
        <p:spPr>
          <a:xfrm>
            <a:off x="6174658" y="2065363"/>
            <a:ext cx="14158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6EF760-11B0-DE38-D0C7-38ABBF99D30E}"/>
              </a:ext>
            </a:extLst>
          </p:cNvPr>
          <p:cNvCxnSpPr/>
          <p:nvPr/>
        </p:nvCxnSpPr>
        <p:spPr>
          <a:xfrm flipH="1">
            <a:off x="6784258" y="3795252"/>
            <a:ext cx="1976284" cy="1150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06518A2-0175-A7D7-0CF2-2FB0E9864451}"/>
              </a:ext>
            </a:extLst>
          </p:cNvPr>
          <p:cNvCxnSpPr/>
          <p:nvPr/>
        </p:nvCxnSpPr>
        <p:spPr>
          <a:xfrm flipH="1" flipV="1">
            <a:off x="2841523" y="3195484"/>
            <a:ext cx="1568718" cy="19074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06AC2FB-6A9B-F4D3-71BC-5E46FCC4B6EB}"/>
              </a:ext>
            </a:extLst>
          </p:cNvPr>
          <p:cNvSpPr/>
          <p:nvPr/>
        </p:nvSpPr>
        <p:spPr>
          <a:xfrm>
            <a:off x="4410241" y="806245"/>
            <a:ext cx="1066327" cy="22404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56045F-B7C3-80E1-002A-F2F6E29B5ACD}"/>
              </a:ext>
            </a:extLst>
          </p:cNvPr>
          <p:cNvSpPr/>
          <p:nvPr/>
        </p:nvSpPr>
        <p:spPr>
          <a:xfrm>
            <a:off x="4410240" y="1766195"/>
            <a:ext cx="1292470" cy="22621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91BCCD-DD62-3FEF-8A81-62A7CB996A29}"/>
              </a:ext>
            </a:extLst>
          </p:cNvPr>
          <p:cNvSpPr/>
          <p:nvPr/>
        </p:nvSpPr>
        <p:spPr>
          <a:xfrm>
            <a:off x="471171" y="3740124"/>
            <a:ext cx="1458650" cy="23036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E798C1-8A72-E96C-2B58-5F496FBFEC42}"/>
              </a:ext>
            </a:extLst>
          </p:cNvPr>
          <p:cNvSpPr/>
          <p:nvPr/>
        </p:nvSpPr>
        <p:spPr>
          <a:xfrm>
            <a:off x="4463710" y="3066117"/>
            <a:ext cx="1239000" cy="22621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375CF8-F5A1-AA18-6DE1-5CD8332E895D}"/>
              </a:ext>
            </a:extLst>
          </p:cNvPr>
          <p:cNvSpPr/>
          <p:nvPr/>
        </p:nvSpPr>
        <p:spPr>
          <a:xfrm>
            <a:off x="7753209" y="582202"/>
            <a:ext cx="928675" cy="22404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6B8EFE-1FF0-516C-CB49-92AB601B2672}"/>
              </a:ext>
            </a:extLst>
          </p:cNvPr>
          <p:cNvSpPr/>
          <p:nvPr/>
        </p:nvSpPr>
        <p:spPr>
          <a:xfrm>
            <a:off x="7753209" y="1455599"/>
            <a:ext cx="1066327" cy="22404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240CD7-601B-44F8-AD65-826B18C55241}"/>
              </a:ext>
            </a:extLst>
          </p:cNvPr>
          <p:cNvSpPr/>
          <p:nvPr/>
        </p:nvSpPr>
        <p:spPr>
          <a:xfrm>
            <a:off x="7772400" y="2529745"/>
            <a:ext cx="988142" cy="22404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2CB25B-ED09-6C45-F3DA-B07F792F55F0}"/>
              </a:ext>
            </a:extLst>
          </p:cNvPr>
          <p:cNvSpPr/>
          <p:nvPr/>
        </p:nvSpPr>
        <p:spPr>
          <a:xfrm>
            <a:off x="667332" y="1010341"/>
            <a:ext cx="2120722" cy="2387600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3078871-C3EE-C175-719A-DADE0952189D}"/>
              </a:ext>
            </a:extLst>
          </p:cNvPr>
          <p:cNvSpPr/>
          <p:nvPr/>
        </p:nvSpPr>
        <p:spPr>
          <a:xfrm>
            <a:off x="4737581" y="4583666"/>
            <a:ext cx="1778052" cy="2173326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759ECE6-DF11-BDBC-EA80-6A1215A1FCCF}"/>
              </a:ext>
            </a:extLst>
          </p:cNvPr>
          <p:cNvSpPr/>
          <p:nvPr/>
        </p:nvSpPr>
        <p:spPr>
          <a:xfrm>
            <a:off x="4696445" y="4375355"/>
            <a:ext cx="701465" cy="16614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3034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2D8B57-4E16-9466-946B-EE8DE70B2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AFA43-A2B6-F797-26B8-CB84EDC701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73D52B-43AE-21A3-EA9E-40A65E8F5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4426" y="709233"/>
            <a:ext cx="3637935" cy="1655762"/>
          </a:xfrm>
        </p:spPr>
        <p:txBody>
          <a:bodyPr>
            <a:normAutofit lnSpcReduction="10000"/>
          </a:bodyPr>
          <a:lstStyle/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It’s important that for something such as deleting a table, there is strict confirmation needed.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57FCA7-BCD4-754A-E9C2-167136960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484" y="103402"/>
            <a:ext cx="5172797" cy="2867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BF1A0C-2967-2EF4-CCCA-12D810867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483" y="3141442"/>
            <a:ext cx="5172797" cy="17163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422EBB-7931-B9B9-0480-2D7694D35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483" y="4998764"/>
            <a:ext cx="5172797" cy="5905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FA7EC1-0F0A-8636-526F-E789FAEEEA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3483" y="5745469"/>
            <a:ext cx="2238687" cy="781159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AED8B5C-A782-8604-93DE-1C236C8AF127}"/>
              </a:ext>
            </a:extLst>
          </p:cNvPr>
          <p:cNvSpPr txBox="1">
            <a:spLocks/>
          </p:cNvSpPr>
          <p:nvPr/>
        </p:nvSpPr>
        <p:spPr>
          <a:xfrm>
            <a:off x="7030065" y="3636069"/>
            <a:ext cx="3637935" cy="72710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When you cancel deleting the table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4EF1303-6BE7-8AD9-0325-14EBBF53D7EA}"/>
              </a:ext>
            </a:extLst>
          </p:cNvPr>
          <p:cNvSpPr txBox="1">
            <a:spLocks/>
          </p:cNvSpPr>
          <p:nvPr/>
        </p:nvSpPr>
        <p:spPr>
          <a:xfrm>
            <a:off x="7030064" y="4930464"/>
            <a:ext cx="3637935" cy="72710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Confirming deleting the table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0F17DD-3617-7F50-BE4E-70848EA66CC5}"/>
              </a:ext>
            </a:extLst>
          </p:cNvPr>
          <p:cNvSpPr txBox="1">
            <a:spLocks/>
          </p:cNvSpPr>
          <p:nvPr/>
        </p:nvSpPr>
        <p:spPr>
          <a:xfrm>
            <a:off x="3888658" y="5773839"/>
            <a:ext cx="4026310" cy="72710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It’s a known bug that deleted tables still show up in the list of rates</a:t>
            </a:r>
          </a:p>
        </p:txBody>
      </p:sp>
    </p:spTree>
    <p:extLst>
      <p:ext uri="{BB962C8B-B14F-4D97-AF65-F5344CB8AC3E}">
        <p14:creationId xmlns:p14="http://schemas.microsoft.com/office/powerpoint/2010/main" val="732043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DB13B8-2664-88C5-28C4-F7861221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6F142-FE4C-C162-F6F4-AEEFF2E928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C76B9C-E3A9-16EE-C26A-6EC393083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9352" y="4672158"/>
            <a:ext cx="4696606" cy="451556"/>
          </a:xfrm>
        </p:spPr>
        <p:txBody>
          <a:bodyPr>
            <a:normAutofit fontScale="77500" lnSpcReduction="20000"/>
          </a:bodyPr>
          <a:lstStyle/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 order to ensure a valid table is selected: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F9A565-C723-8967-B3B7-09EEB9E58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397" y="187418"/>
            <a:ext cx="4477375" cy="23339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C1F228-D9AF-A0A1-BBF9-F660C6FAD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141" y="187418"/>
            <a:ext cx="2379709" cy="1931514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21EBCE5-426F-5AF5-1C60-DD3674AA485D}"/>
              </a:ext>
            </a:extLst>
          </p:cNvPr>
          <p:cNvCxnSpPr/>
          <p:nvPr/>
        </p:nvCxnSpPr>
        <p:spPr>
          <a:xfrm>
            <a:off x="4503172" y="1153175"/>
            <a:ext cx="1779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F4B75434-AA66-ABE0-3F87-DBCB49BCF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172" y="2952892"/>
            <a:ext cx="3330966" cy="14684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AF17FD-A47C-3BC4-407D-BDB319140E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0343" y="2650754"/>
            <a:ext cx="3769485" cy="2870945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9F800B9-3D83-10DC-7D71-267251A4BC14}"/>
              </a:ext>
            </a:extLst>
          </p:cNvPr>
          <p:cNvCxnSpPr/>
          <p:nvPr/>
        </p:nvCxnSpPr>
        <p:spPr>
          <a:xfrm>
            <a:off x="5392993" y="3687096"/>
            <a:ext cx="13027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F998E925-3860-385C-8D50-441B1E8C0C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6830" y="4969461"/>
            <a:ext cx="3681650" cy="160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312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1B79EC-D58B-08A3-A51D-B915666F9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A5D11F-5139-D3F0-4B59-E0762466D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653" y="832502"/>
            <a:ext cx="2874334" cy="41295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F8A40F-BD9D-5071-EC40-E8C39D0EB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25" y="1882249"/>
            <a:ext cx="1790950" cy="22196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CCD565-4DD7-2BC2-649E-4B43C7158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30" y="265469"/>
            <a:ext cx="2572109" cy="17337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929323-B165-7142-F860-FE7169415178}"/>
              </a:ext>
            </a:extLst>
          </p:cNvPr>
          <p:cNvSpPr txBox="1"/>
          <p:nvPr/>
        </p:nvSpPr>
        <p:spPr>
          <a:xfrm>
            <a:off x="211525" y="1255582"/>
            <a:ext cx="1790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Ballot with default values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E28140C-3BB1-E993-5223-28D062143967}"/>
              </a:ext>
            </a:extLst>
          </p:cNvPr>
          <p:cNvCxnSpPr/>
          <p:nvPr/>
        </p:nvCxnSpPr>
        <p:spPr>
          <a:xfrm>
            <a:off x="2271252" y="-206477"/>
            <a:ext cx="0" cy="7551174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A9F84EE-9903-36FF-3A50-87CDC520185C}"/>
              </a:ext>
            </a:extLst>
          </p:cNvPr>
          <p:cNvSpPr/>
          <p:nvPr/>
        </p:nvSpPr>
        <p:spPr>
          <a:xfrm>
            <a:off x="2540030" y="1132365"/>
            <a:ext cx="993053" cy="19401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5F9FCA8-4794-1560-59FF-16300A1AA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30" y="2833604"/>
            <a:ext cx="2610214" cy="119079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77D11AA-A761-590D-2F1E-45AEB57BFD94}"/>
              </a:ext>
            </a:extLst>
          </p:cNvPr>
          <p:cNvSpPr txBox="1"/>
          <p:nvPr/>
        </p:nvSpPr>
        <p:spPr>
          <a:xfrm>
            <a:off x="2540028" y="2464272"/>
            <a:ext cx="2100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Correctly filled out: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ABF4D02-606A-C5F2-C3E0-F98DA3A188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0028" y="4826782"/>
            <a:ext cx="2743583" cy="101931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8A1C618-AE46-03DB-7FBF-842D18C4A662}"/>
              </a:ext>
            </a:extLst>
          </p:cNvPr>
          <p:cNvSpPr txBox="1"/>
          <p:nvPr/>
        </p:nvSpPr>
        <p:spPr>
          <a:xfrm>
            <a:off x="2540028" y="4152765"/>
            <a:ext cx="2743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Filled out with values outside the range: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9F173D0-F55E-F641-6DE9-6510552453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0688" y="708660"/>
            <a:ext cx="1867161" cy="24768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729BD2B-99F5-4233-DEF5-DB6D5A4AA780}"/>
              </a:ext>
            </a:extLst>
          </p:cNvPr>
          <p:cNvSpPr txBox="1"/>
          <p:nvPr/>
        </p:nvSpPr>
        <p:spPr>
          <a:xfrm>
            <a:off x="8955836" y="1160051"/>
            <a:ext cx="23204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Because of how we set up the table, anything with more than 2 decimal places will get rounded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577BAAC-96A5-563D-61DE-B90DB29C4E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1855" y="2583485"/>
            <a:ext cx="2848373" cy="30484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FD8BA8C-EECF-2BA4-3561-33F1FD005C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9287" y="4431518"/>
            <a:ext cx="3421188" cy="79052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A73EA84-9283-9457-96AD-9DE7CF6B2B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65275" y="3420559"/>
            <a:ext cx="2143424" cy="352474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14933C8-E728-8C52-947E-986C0B9459C1}"/>
              </a:ext>
            </a:extLst>
          </p:cNvPr>
          <p:cNvCxnSpPr>
            <a:cxnSpLocks/>
          </p:cNvCxnSpPr>
          <p:nvPr/>
        </p:nvCxnSpPr>
        <p:spPr>
          <a:xfrm flipH="1">
            <a:off x="10967849" y="2824640"/>
            <a:ext cx="140850" cy="772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BD6D07D-8424-9447-3D2D-898BE663C93B}"/>
              </a:ext>
            </a:extLst>
          </p:cNvPr>
          <p:cNvSpPr/>
          <p:nvPr/>
        </p:nvSpPr>
        <p:spPr>
          <a:xfrm>
            <a:off x="9928813" y="4658680"/>
            <a:ext cx="1039036" cy="19578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BBAC22E-3A61-AA10-E25A-F86F47940FF1}"/>
              </a:ext>
            </a:extLst>
          </p:cNvPr>
          <p:cNvCxnSpPr/>
          <p:nvPr/>
        </p:nvCxnSpPr>
        <p:spPr>
          <a:xfrm flipH="1">
            <a:off x="5112139" y="2281084"/>
            <a:ext cx="983861" cy="1042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0EF49FD-035B-D79C-B5C1-277C9C79B3C0}"/>
              </a:ext>
            </a:extLst>
          </p:cNvPr>
          <p:cNvCxnSpPr/>
          <p:nvPr/>
        </p:nvCxnSpPr>
        <p:spPr>
          <a:xfrm flipH="1">
            <a:off x="5283609" y="2389239"/>
            <a:ext cx="812391" cy="2743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206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14F4C0-1A3D-837E-6AAD-C6D107FF6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39395E-52C3-8D9C-B9E8-CBD2575E2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What went well?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AA439B-A798-A5EB-65D7-2DF92CDEA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 was able to create a functional table that was fully editable, and able to be deleted</a:t>
            </a:r>
          </a:p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There was a clear flow of information in the UI</a:t>
            </a:r>
          </a:p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Several checks were created to ensure the data in the table would be accurate</a:t>
            </a:r>
          </a:p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python connections to SQL worked exactly as intended</a:t>
            </a:r>
          </a:p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There is a lot of room for expansions to be made in the future with other functionality</a:t>
            </a:r>
          </a:p>
        </p:txBody>
      </p:sp>
    </p:spTree>
    <p:extLst>
      <p:ext uri="{BB962C8B-B14F-4D97-AF65-F5344CB8AC3E}">
        <p14:creationId xmlns:p14="http://schemas.microsoft.com/office/powerpoint/2010/main" val="1544203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41A105-4DCF-F733-A124-22FEE9A20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5D24BC-6213-60F1-992F-70273A59A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What could be improved in the future?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8C182F-B790-0F7D-1322-6A21E44CB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 did not fully realise the extent of planning that is required for an SQL database project</a:t>
            </a:r>
          </a:p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There were several bugs I was not able to correct in the time given, due to the overly ambitious scale of the project</a:t>
            </a:r>
          </a:p>
          <a:p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 am very confident that the code can be written in a more efficient way</a:t>
            </a:r>
          </a:p>
        </p:txBody>
      </p:sp>
    </p:spTree>
    <p:extLst>
      <p:ext uri="{BB962C8B-B14F-4D97-AF65-F5344CB8AC3E}">
        <p14:creationId xmlns:p14="http://schemas.microsoft.com/office/powerpoint/2010/main" val="1259966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4F64E9-D97D-6356-EA9D-88ABA7F65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A923A-E717-BD0C-2648-85D2DD6CC0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D6D689-72FC-5B86-3E21-9EB25AFEA8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834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321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Yu Gothic UI Semibold</vt:lpstr>
      <vt:lpstr>Aptos</vt:lpstr>
      <vt:lpstr>Aptos Display</vt:lpstr>
      <vt:lpstr>Arial</vt:lpstr>
      <vt:lpstr>Office Theme</vt:lpstr>
      <vt:lpstr>Level 2 Final Project</vt:lpstr>
      <vt:lpstr>Rate background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went well?</vt:lpstr>
      <vt:lpstr>What could be improved in the future?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Everett</dc:creator>
  <cp:lastModifiedBy>Michael Everett</cp:lastModifiedBy>
  <cp:revision>29</cp:revision>
  <dcterms:created xsi:type="dcterms:W3CDTF">2025-11-03T15:21:52Z</dcterms:created>
  <dcterms:modified xsi:type="dcterms:W3CDTF">2025-11-03T16:54:19Z</dcterms:modified>
</cp:coreProperties>
</file>